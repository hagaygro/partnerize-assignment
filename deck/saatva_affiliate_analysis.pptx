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13–23%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(next slide).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1.74% converting, so about 7.0M clicks and 122K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the Labor Day sale season.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13–23%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220 clicks fired from walmart.com itself a median 2 seconds after a walmart.com page, with no publisher page in between; price-comparison redirects (rd.bizrate.com, 455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13–23%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1.74% convert (~122K).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13–23%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3807" y="2046792"/>
            <a:ext cx="274320" cy="1027054"/>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495934"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23%</a:t>
            </a:r>
          </a:p>
        </p:txBody>
      </p:sp>
      <p:sp>
        <p:nvSpPr>
          <p:cNvPr id="16" name="Round Same Side Corner Rectangle 15"/>
          <p:cNvSpPr/>
          <p:nvPr/>
        </p:nvSpPr>
        <p:spPr>
          <a:xfrm rot="5400000">
            <a:off x="3965204" y="1164579"/>
            <a:ext cx="274320" cy="3449848"/>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18728"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0662" y="3174065"/>
            <a:ext cx="274320" cy="820765"/>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89645"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07195" y="2346716"/>
            <a:ext cx="274320" cy="3133831"/>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02711"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71%</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29961" y="4318894"/>
            <a:ext cx="274320" cy="579363"/>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48243"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77062" y="3800977"/>
            <a:ext cx="274320" cy="2273564"/>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42444"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Mattress Clarity, buyersguide.org and Truemed send rivals traffic; none seen at Saatva</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Plus extension stand-down and a PPC and trademark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six indicators per publisher</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122K (1.74%)</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10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0"/>
              </a:spcAft>
            </a:pPr>
            <a:r>
              <a:rPr sz="1150" i="0" b="0">
                <a:solidFill>
                  <a:srgbClr val="647282"/>
                </a:solidFill>
                <a:latin typeface="Arial"/>
              </a:rPr>
              <a:t>Sources: Similarweb website pages (Aug 2026); DataReportal, Digital 2026 (324M US internet users); Grips Intelligence retailer pages (mattress conversion rates).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6.7%</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28.6%</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2.3%</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17.0%</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