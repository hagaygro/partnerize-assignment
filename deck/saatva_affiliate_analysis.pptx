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Similarweb ranks affiliate as Saatva's #1 channel (23.7% of traffic), and the panel points the same way: 16% of Saatva's visits start with an affiliate click, against 4–11% for the other mattress brands. That is 4 of 25 visits, so the panel alone cannot separate Saatva from its rivals; the external source carries the claim. Second, scaled to the US, that is about 16.7K affiliate clicks a day. The range is wide, 6.1K–36.4K, because it rests on six panel clicks. No mattress order followed an affiliate click in the panel day, so orders are an assumption, not a finding: at a 0.5–2% category conversion rate, roughly 84–334 a day. Third, where the data has volume (Walmart), the clicks that carry a hijack signal take 51–79% of the affiliate-credited orders, though they are only 26–41% of ordinary shoppers' clicks; most of the remaining click volume is click flooding by a few dozen people. Saatva's own clicks already show the same hijacking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It fits each of them within 0.89–1.27×; that is a fit check on the same figures, not an independent test.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(slide 3).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recorded clicks and 121K converting clicks a day. 71% of those clicks come from 58 panel people who click 13–15 times an hour and almost never order (click flooding, see the README); without them Walmart has about 2.0M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Click-flooding clicks (see the README) are left out: they are most of the volume and almost never convert, so they would make the flagged share look smaller than it is. Among ordinary shoppers' clicks, flagged clicks are 26–41% of clicks but take 51–79% of the affiliate-credited orders, depending on how strict the look-back window is, from 2 to 30 minutes. Counted over all clicks, the same flags are 13–24%. Clicks fired after the shopper had already viewed the cart convert at 13%, against 0.4% for clicks with no signal, and the order follows a median 2.3 minutes later: these clicks look like they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 Saatva's own clicks, with only six of them, already show the same patterns: a browser extension fired a Partnerize click while saatva.com never loaded, and a publisher listed as email arrived through a Google ad. A matched test on Walmart's cart and checkout shoppers finds no sign that these late clicks add orders: 25 orders observed against 25.7 expected without the click.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The first step needs no new data access beyond Saatva's own: match 30 days of Partnerize clicks to saatva.com landings.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estimate rests on a stated assumption, and each assumption has a next step that would replace it with data. The panel and its scale factor carry the volumes; the same-day window and the benchmark conversion carry the mattress orders; the hijacking indicators are behavioural proxies. The most valuable next step is the cheapest: Saatva's own Partnerize click and order logs cover every click, not a one-day sample, and matching them to saatva.com landings tests the strongest indicator without any threshold. With more time I would also break the panel down by device, and build the competitor comparison from 90 days.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
        <p:nvSpPr>
          <p:cNvPr id="11" name="TextBox 10"/>
          <p:cNvSpPr txBox="1"/>
          <p:nvPr/>
        </p:nvSpPr>
        <p:spPr>
          <a:xfrm>
            <a:off x="731520" y="5852160"/>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Code, method and dashboard: github.com/Hagaygro/partnerize-assignment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#1 channel;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  ·  Similarweb: #1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 assumed</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51–79%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26–41% of shoppers'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fits each site within </a:t>
            </a:r>
            <a:r>
              <a:rPr sz="1300" i="0" b="1">
                <a:solidFill>
                  <a:srgbClr val="1E2833"/>
                </a:solidFill>
                <a:latin typeface="Arial"/>
              </a:rPr>
              <a:t>0.89–1.27×</a:t>
            </a:r>
            <a:r>
              <a:rPr sz="1300" i="0" b="0">
                <a:solidFill>
                  <a:srgbClr val="1E2833"/>
                </a:solidFill>
                <a:latin typeface="Arial"/>
              </a:rPr>
              <a:t> (calibrated on the same sites, so a fit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(assumed)</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Not observed: 0.5–2% category conversion applied to the clicks</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recorded clicks a day (~2.0M without click flooding),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26–41% of shoppers' clicks take 51–79%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shoppers'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3142244" y="1658355"/>
            <a:ext cx="274320" cy="1803928"/>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4272808"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41%</a:t>
            </a:r>
          </a:p>
        </p:txBody>
      </p:sp>
      <p:sp>
        <p:nvSpPr>
          <p:cNvPr id="16" name="Round Same Side Corner Rectangle 15"/>
          <p:cNvSpPr/>
          <p:nvPr/>
        </p:nvSpPr>
        <p:spPr>
          <a:xfrm rot="5400000">
            <a:off x="3963009" y="1166774"/>
            <a:ext cx="274320" cy="344545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14339"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3012765" y="2811962"/>
            <a:ext cx="274320" cy="1544970"/>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013850"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35%</a:t>
            </a:r>
          </a:p>
        </p:txBody>
      </p:sp>
      <p:sp>
        <p:nvSpPr>
          <p:cNvPr id="21" name="Round Same Side Corner Rectangle 20"/>
          <p:cNvSpPr/>
          <p:nvPr/>
        </p:nvSpPr>
        <p:spPr>
          <a:xfrm rot="5400000">
            <a:off x="3798417" y="2355494"/>
            <a:ext cx="274320" cy="311627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58515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71%</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819643" y="4029212"/>
            <a:ext cx="274320" cy="1158727"/>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627607"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26%</a:t>
            </a:r>
          </a:p>
        </p:txBody>
      </p:sp>
      <p:sp>
        <p:nvSpPr>
          <p:cNvPr id="26" name="Round Same Side Corner Rectangle 25"/>
          <p:cNvSpPr/>
          <p:nvPr/>
        </p:nvSpPr>
        <p:spPr>
          <a:xfrm rot="5400000">
            <a:off x="3348532" y="3829507"/>
            <a:ext cx="274320" cy="2216505"/>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685385"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51%</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Already in Saatva's clicks</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Extension click; saatva.com never loads</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"Email" publisher via a Google ad</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One user sent to 6 brands in a minute</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 Click flooding excluded; over all clicks, 13–24% are flagged.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Shoppers compare ~2 brands; rivals get Mattress Clarity, buyersguide.org, Truemed</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matched test finds no added orders;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(dashboard built)</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Start this week:</a:t>
            </a:r>
            <a:r>
              <a:rPr sz="1500" i="0" b="0">
                <a:solidFill>
                  <a:srgbClr val="FFFFFF"/>
                </a:solidFill>
                <a:latin typeface="Arial"/>
              </a:rPr>
              <a:t> match 30 days of Partnerize clicks to saatva.com landings; no threshold to tune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ASSUMPTIONS AND NEXT STEPS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What the numbers rest on, and how to firm them up</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Assumptions</a:t>
            </a:r>
          </a:p>
        </p:txBody>
      </p:sp>
      <p:sp>
        <p:nvSpPr>
          <p:cNvPr id="10" name="Oval 9"/>
          <p:cNvSpPr/>
          <p:nvPr/>
        </p:nvSpPr>
        <p:spPr>
          <a:xfrm>
            <a:off x="548640" y="214884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1051560" y="212140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The panel stands for US browsing, per audience</a:t>
            </a:r>
          </a:p>
        </p:txBody>
      </p:sp>
      <p:sp>
        <p:nvSpPr>
          <p:cNvPr id="12" name="TextBox 11"/>
          <p:cNvSpPr txBox="1"/>
          <p:nvPr/>
        </p:nvSpPr>
        <p:spPr>
          <a:xfrm>
            <a:off x="1051560" y="241401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Scaled by a factor calibrated on Similarweb (Aug 2026); US = under 20% of events on non-US domains</a:t>
            </a:r>
          </a:p>
        </p:txBody>
      </p:sp>
      <p:sp>
        <p:nvSpPr>
          <p:cNvPr id="13" name="Oval 12"/>
          <p:cNvSpPr/>
          <p:nvPr/>
        </p:nvSpPr>
        <p:spPr>
          <a:xfrm>
            <a:off x="548640" y="297180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1051560" y="294436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Season: August traffic stands in for 1 May</a:t>
            </a:r>
          </a:p>
        </p:txBody>
      </p:sp>
      <p:sp>
        <p:nvSpPr>
          <p:cNvPr id="15" name="TextBox 14"/>
          <p:cNvSpPr txBox="1"/>
          <p:nvPr/>
        </p:nvSpPr>
        <p:spPr>
          <a:xfrm>
            <a:off x="1051560" y="323697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Google Trends puts mattress interest then at 1.5–2.8×, so volumes may be ~2× low</a:t>
            </a:r>
          </a:p>
        </p:txBody>
      </p:sp>
      <p:sp>
        <p:nvSpPr>
          <p:cNvPr id="16" name="Oval 15"/>
          <p:cNvSpPr/>
          <p:nvPr/>
        </p:nvSpPr>
        <p:spPr>
          <a:xfrm>
            <a:off x="548640" y="379476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1051560" y="376732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Orders: same day, last affiliate click</a:t>
            </a:r>
          </a:p>
        </p:txBody>
      </p:sp>
      <p:sp>
        <p:nvSpPr>
          <p:cNvPr id="18" name="TextBox 17"/>
          <p:cNvSpPr txBox="1"/>
          <p:nvPr/>
        </p:nvSpPr>
        <p:spPr>
          <a:xfrm>
            <a:off x="1051560" y="405993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No mattress order seen; 0.5–2% category conversion applied, not observed</a:t>
            </a:r>
          </a:p>
        </p:txBody>
      </p:sp>
      <p:sp>
        <p:nvSpPr>
          <p:cNvPr id="19" name="Oval 18"/>
          <p:cNvSpPr/>
          <p:nvPr/>
        </p:nvSpPr>
        <p:spPr>
          <a:xfrm>
            <a:off x="548640" y="461772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4</a:t>
            </a:r>
          </a:p>
        </p:txBody>
      </p:sp>
      <p:sp>
        <p:nvSpPr>
          <p:cNvPr id="20" name="TextBox 19"/>
          <p:cNvSpPr txBox="1"/>
          <p:nvPr/>
        </p:nvSpPr>
        <p:spPr>
          <a:xfrm>
            <a:off x="1051560" y="459028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Hijacking: behavioural proxies</a:t>
            </a:r>
          </a:p>
        </p:txBody>
      </p:sp>
      <p:sp>
        <p:nvSpPr>
          <p:cNvPr id="21" name="TextBox 20"/>
          <p:cNvSpPr txBox="1"/>
          <p:nvPr/>
        </p:nvSpPr>
        <p:spPr>
          <a:xfrm>
            <a:off x="1051560" y="488289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30-min look-back (tested at 2 and 10); flooding at 20+ clicks a day (tested at 10 and 50)</a:t>
            </a:r>
          </a:p>
        </p:txBody>
      </p:sp>
      <p:sp>
        <p:nvSpPr>
          <p:cNvPr id="22" name="Oval 21"/>
          <p:cNvSpPr/>
          <p:nvPr/>
        </p:nvSpPr>
        <p:spPr>
          <a:xfrm>
            <a:off x="548640" y="544068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5</a:t>
            </a:r>
          </a:p>
        </p:txBody>
      </p:sp>
      <p:sp>
        <p:nvSpPr>
          <p:cNvPr id="23" name="TextBox 22"/>
          <p:cNvSpPr txBox="1"/>
          <p:nvPr/>
        </p:nvSpPr>
        <p:spPr>
          <a:xfrm>
            <a:off x="1051560" y="541324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Money: public averages</a:t>
            </a:r>
          </a:p>
        </p:txBody>
      </p:sp>
      <p:sp>
        <p:nvSpPr>
          <p:cNvPr id="24" name="TextBox 23"/>
          <p:cNvSpPr txBox="1"/>
          <p:nvPr/>
        </p:nvSpPr>
        <p:spPr>
          <a:xfrm>
            <a:off x="1051560" y="570585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Saatva $860 order, 3–10% commission; Walmart $100–125, 1–4%</a:t>
            </a:r>
          </a:p>
        </p:txBody>
      </p:sp>
      <p:sp>
        <p:nvSpPr>
          <p:cNvPr id="25" name="Oval 24"/>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6" name="TextBox 25"/>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Next steps</a:t>
            </a:r>
          </a:p>
        </p:txBody>
      </p:sp>
      <p:sp>
        <p:nvSpPr>
          <p:cNvPr id="27" name="Oval 26"/>
          <p:cNvSpPr/>
          <p:nvPr/>
        </p:nvSpPr>
        <p:spPr>
          <a:xfrm>
            <a:off x="6324447" y="214884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28" name="TextBox 27"/>
          <p:cNvSpPr txBox="1"/>
          <p:nvPr/>
        </p:nvSpPr>
        <p:spPr>
          <a:xfrm>
            <a:off x="6827367" y="212140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Saatva's own Partnerize logs</a:t>
            </a:r>
          </a:p>
        </p:txBody>
      </p:sp>
      <p:sp>
        <p:nvSpPr>
          <p:cNvPr id="29" name="TextBox 28"/>
          <p:cNvSpPr txBox="1"/>
          <p:nvPr/>
        </p:nvSpPr>
        <p:spPr>
          <a:xfrm>
            <a:off x="6827367" y="241401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Every click, not a sample; match click ids to saatva.com landings first</a:t>
            </a:r>
          </a:p>
        </p:txBody>
      </p:sp>
      <p:sp>
        <p:nvSpPr>
          <p:cNvPr id="30" name="Oval 29"/>
          <p:cNvSpPr/>
          <p:nvPr/>
        </p:nvSpPr>
        <p:spPr>
          <a:xfrm>
            <a:off x="6324447" y="297180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31" name="TextBox 30"/>
          <p:cNvSpPr txBox="1"/>
          <p:nvPr/>
        </p:nvSpPr>
        <p:spPr>
          <a:xfrm>
            <a:off x="6827367" y="294436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30–90 days of data</a:t>
            </a:r>
          </a:p>
        </p:txBody>
      </p:sp>
      <p:sp>
        <p:nvSpPr>
          <p:cNvPr id="32" name="TextBox 31"/>
          <p:cNvSpPr txBox="1"/>
          <p:nvPr/>
        </p:nvSpPr>
        <p:spPr>
          <a:xfrm>
            <a:off x="6827367" y="323697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Multi-day journeys for a considered purchase; enough clicks to rank the rivals</a:t>
            </a:r>
          </a:p>
        </p:txBody>
      </p:sp>
      <p:sp>
        <p:nvSpPr>
          <p:cNvPr id="33" name="Oval 32"/>
          <p:cNvSpPr/>
          <p:nvPr/>
        </p:nvSpPr>
        <p:spPr>
          <a:xfrm>
            <a:off x="6324447" y="379476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34" name="TextBox 33"/>
          <p:cNvSpPr txBox="1"/>
          <p:nvPr/>
        </p:nvSpPr>
        <p:spPr>
          <a:xfrm>
            <a:off x="6827367" y="376732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A holdout test on cart-stage clicks</a:t>
            </a:r>
          </a:p>
        </p:txBody>
      </p:sp>
      <p:sp>
        <p:nvSpPr>
          <p:cNvPr id="35" name="TextBox 34"/>
          <p:cNvSpPr txBox="1"/>
          <p:nvPr/>
        </p:nvSpPr>
        <p:spPr>
          <a:xfrm>
            <a:off x="6827367" y="405993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No commission for a random half of publishers; measures incrementality directly</a:t>
            </a:r>
          </a:p>
        </p:txBody>
      </p:sp>
      <p:sp>
        <p:nvSpPr>
          <p:cNvPr id="36" name="Oval 35"/>
          <p:cNvSpPr/>
          <p:nvPr/>
        </p:nvSpPr>
        <p:spPr>
          <a:xfrm>
            <a:off x="6324447" y="461772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4</a:t>
            </a:r>
          </a:p>
        </p:txBody>
      </p:sp>
      <p:sp>
        <p:nvSpPr>
          <p:cNvPr id="37" name="TextBox 36"/>
          <p:cNvSpPr txBox="1"/>
          <p:nvPr/>
        </p:nvSpPr>
        <p:spPr>
          <a:xfrm>
            <a:off x="6827367" y="459028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Validate the indicators</a:t>
            </a:r>
          </a:p>
        </p:txBody>
      </p:sp>
      <p:sp>
        <p:nvSpPr>
          <p:cNvPr id="38" name="TextBox 37"/>
          <p:cNvSpPr txBox="1"/>
          <p:nvPr/>
        </p:nvSpPr>
        <p:spPr>
          <a:xfrm>
            <a:off x="6827367" y="488289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Against reversals and confirmed fraud; tune the thresholds</a:t>
            </a:r>
          </a:p>
        </p:txBody>
      </p:sp>
      <p:sp>
        <p:nvSpPr>
          <p:cNvPr id="39" name="Oval 38"/>
          <p:cNvSpPr/>
          <p:nvPr/>
        </p:nvSpPr>
        <p:spPr>
          <a:xfrm>
            <a:off x="6324447" y="544068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5</a:t>
            </a:r>
          </a:p>
        </p:txBody>
      </p:sp>
      <p:sp>
        <p:nvSpPr>
          <p:cNvPr id="40" name="TextBox 39"/>
          <p:cNvSpPr txBox="1"/>
          <p:nvPr/>
        </p:nvSpPr>
        <p:spPr>
          <a:xfrm>
            <a:off x="6827367" y="541324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Same-period traffic figures</a:t>
            </a:r>
          </a:p>
        </p:txBody>
      </p:sp>
      <p:sp>
        <p:nvSpPr>
          <p:cNvPr id="41" name="TextBox 40"/>
          <p:cNvSpPr txBox="1"/>
          <p:nvPr/>
        </p:nvSpPr>
        <p:spPr>
          <a:xfrm>
            <a:off x="6827367" y="570585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Paid Similarweb or Partnerize benchmarks for May, by device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